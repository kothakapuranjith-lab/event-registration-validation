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53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https://crowjack.com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https://crowjack.com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https://www.revolutionlearning.co.uk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https://crowjack.com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https://image.slidesharecdn.com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https://crowjack.com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https://crowjack.com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https://www.revolutionlearning.co.uk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https://crowjack.com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https://crowjack.com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3513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77" y="1"/>
            <a:ext cx="6909911" cy="1353026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41208" y="1940719"/>
            <a:ext cx="5061585" cy="10110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en-GB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700" b="1" dirty="0">
                <a:latin typeface="Times New Roman" panose="02020603050405020304" charset="0"/>
                <a:cs typeface="Times New Roman" panose="02020603050405020304" charset="0"/>
              </a:rPr>
              <a:t>7 C’s of Communication 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332412" y="3539490"/>
            <a:ext cx="225142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NAME      :  </a:t>
            </a:r>
            <a:r>
              <a:rPr lang="en-US" altLang="en-GB" sz="1350" dirty="0" err="1">
                <a:latin typeface="Times New Roman" panose="02020603050405020304" charset="0"/>
                <a:cs typeface="Times New Roman" panose="02020603050405020304" charset="0"/>
              </a:rPr>
              <a:t>K.Ranjith</a:t>
            </a:r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 Reddy</a:t>
            </a: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CLASS      :  CSE - B</a:t>
            </a: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ROLL NO :  247R5A05</a:t>
            </a:r>
            <a:r>
              <a:rPr lang="en-GB" altLang="en-GB" sz="1350" dirty="0"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 lang="en-US" altLang="en-GB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rowjack.com/storage/blogs/7/7cs-effective-communi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the 7C's of Communication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7C's of communication are essential guidelines for effective message delivery.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help ensure clarity, coherence, and impact in communication.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these principles improves both personal and professional interactions.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rowjack.com/storage/blogs/7/7cs-effective-communi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Clarity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Clarity means expressing your message in a simple and straightforward manner.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Avoid ambiguous words and complex sentences to prevent misunderstandings.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Clear communication helps your audience easily grasp your intended message.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volutionlearning.co.uk/wp-content/uploads/2022/06/7-Cs-of-Effective-Commun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Conciseness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Conciseness involves conveying information in as few words as necessary.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eliminates unnecessary details that may distract from the main point.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Being concise keeps the audience engaged and focused on the key message.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rowjack.com/storage/blogs/7/7cs-effective-communi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Completeness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Completeness ensures your message provides all necessary information.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answers the who, what, where, when, why, and how questions.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Complete communication builds trust and reduces the need for follow-up questions.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age.slidesharecdn.com/the-seven-cs-of-communication-1225637699346419-9/85/The-Seven-C-S-Of-Communication-18-3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Concreteness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Concreteness involves using specific facts, figures, and details.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makes your message more tangible and persuasive.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Avoid vague language to ensure your message is supported and credible.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rowjack.com/storage/blogs/7/7cs-effective-communi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Correctness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Correctness refers to using accurate language, facts, and grammar.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enhances your credibility and prevents misunderstandings.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Always proofread and verify information before sharing to maintain correctness.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rowjack.com/storage/blogs/7/7cs-effective-communi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Courtesy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Courtesy involves being respectful, considerate, and polite.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fosters positive relationships and encourages open dialogue.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Always consider your audience’s feelings and perspectives in your communication.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volutionlearning.co.uk/wp-content/uploads/2022/06/7-Cs-of-Effective-Commun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Coherence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Coherence means your message is logical and well-organized.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clear structure and transitions to connect ideas smoothly.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Coherent communication helps your audience follow and understand your message.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rowjack.com/storage/blogs/7/7cs-effective-communi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Importance of the 7C's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Applying the 7C's improves clarity and reduces miscommunication.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enhance your ability to persuade and influence others effectively.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Mastering these principles leads to more successful and meaningful interactions.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rowjack.com/storage/blogs/7/7cs-effective-communi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7C's of communication are vital tools for effective message delivery.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Regular practice of these principles can significantly improve communication skills.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Strive to incorporate all 7C's in your daily interactions for better understanding and relationships.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472</Words>
  <Application>Microsoft Office PowerPoint</Application>
  <PresentationFormat>On-screen Show (16:9)</PresentationFormat>
  <Paragraphs>85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Optima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7C's Of Communication</dc:title>
  <dc:subject>7C's Of Communication</dc:subject>
  <dc:creator>SlideMake.com</dc:creator>
  <cp:lastModifiedBy>Ranjith Reddy</cp:lastModifiedBy>
  <cp:revision>2</cp:revision>
  <dcterms:created xsi:type="dcterms:W3CDTF">2025-10-25T01:38:11Z</dcterms:created>
  <dcterms:modified xsi:type="dcterms:W3CDTF">2025-10-25T01:42:14Z</dcterms:modified>
</cp:coreProperties>
</file>