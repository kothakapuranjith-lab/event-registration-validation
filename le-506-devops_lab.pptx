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47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503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https://awjunaid.com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https://www.ktexperts.com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https://cdn.hashnode.com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https://community.jenkins.io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https://file.labex.io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https://devopscube.com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https://wiki.jenkins.io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0584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77" y="1"/>
            <a:ext cx="6909911" cy="1353026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041208" y="1940719"/>
            <a:ext cx="5061585" cy="10110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altLang="en-GB" sz="2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700" b="1" dirty="0">
                <a:latin typeface="Times New Roman" panose="02020603050405020304" charset="0"/>
                <a:cs typeface="Times New Roman" panose="02020603050405020304" charset="0"/>
              </a:rPr>
              <a:t>Installing Jenkins in windows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332412" y="3539490"/>
            <a:ext cx="225142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NAME      :  K</a:t>
            </a:r>
            <a:r>
              <a:rPr lang="en-GB" altLang="en-GB" sz="1350" dirty="0">
                <a:latin typeface="Times New Roman" panose="02020603050405020304" charset="0"/>
                <a:cs typeface="Times New Roman" panose="02020603050405020304" charset="0"/>
              </a:rPr>
              <a:t>.Ranjith Reddy</a:t>
            </a:r>
            <a:endParaRPr lang="en-US" altLang="en-GB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CLASS      :  CSE - B</a:t>
            </a:r>
          </a:p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ROLL NO :  247R5A05</a:t>
            </a:r>
            <a:r>
              <a:rPr lang="en-GB" altLang="en-GB" sz="1350" dirty="0">
                <a:latin typeface="Times New Roman" panose="02020603050405020304" charset="0"/>
                <a:cs typeface="Times New Roman" panose="02020603050405020304" charset="0"/>
              </a:rPr>
              <a:t>06</a:t>
            </a:r>
            <a:endParaRPr lang="en-US" altLang="en-GB" sz="13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.pinimg.com/736x/2b/c6/7c/2bc67c78228f6e5824ae83d090eb10d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Jenkins on Windows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Jenkins is an open-source automation server used for continuous integration and continuous delivery.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Installing Jenkins on Windows allows developers to automate build and deployment processes easily.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presentation will guide you through the step-by-step installation process on a Windows machine.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awjunaid.com/wp-content/uploads/2023/11/How-to-Install-Jenkins-on-Window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Prerequisites for Installing Jenkins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Ensure your Windows system meets the minimum hardware and software requirements.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Install Java Development Kit (JDK) because Jenkins runs on Java platform.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Download the latest stable version of Jenkins from the official Jenkins website.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ktexperts.com/wp-content/uploads/2020/01/1-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Downloading Jenkins for Windows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Visit the official Jenkins download page at https://www.jenkins.io/download/.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Choose the Windows installer package (.msi file) suitable for your system architecture.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Save the installer file to a known location on your computer for easy access.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dn.hashnode.com/res/hashnode/image/upload/v1664843941372/d3cQVVO_o.png?auto=compress,form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Installing Java on Windows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Download the latest JDK from the official Oracle or OpenJDK website.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Follow the installation prompts to complete the Java setup on your system.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Set the JAVA_HOME environment variable to the Java installation directory for Jenkins compatibility.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Running the Jenkins Installer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608797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Double-click the downloaded Jenkins installer (.msi) file to start the setup wizard.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Follow the on-screen instructions to proceed with the installation.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Choose the default port (8080) or specify a different port if necessary during setup.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Configuring Jenkins during Installation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600977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Select the installation directory or accept the default path provided by the installer.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Decide whether to run Jenkins as a service or manually start it later.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Complete the installation process and allow the setup to finish copying files.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ommunity.jenkins.io/uploads/short-url/myOfHB79U41FGUUdVqLem3nwbI2.png?dl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Starting Jenkins Service on Windows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If Jenkins was installed as a service, it should start automatically after installation.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To manually start Jenkins, open the Services app from the Control Panel.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Locate the Jenkins service and click 'Start' to run the server.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file.labex.io/path/VtELSfa4h1j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Accessing Jenkins Web Interface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Open a web browser and navigate to http://localhost:8080 (or your custom port).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Jenkins unlock screen will appear, prompting you for an initial admin password.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Retrieve the password from the specified file in the installation directory.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devopscube.com/content/images/2025/03/image-21-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Unlocking Jenkins and Completing Setup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Open the file located at C:\Program Files\Jenkins\secrets\initialAdminPassword.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Copy the password and paste it into the Jenkins unlock page.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Follow the prompts to install recommended plugins and create the first admin user.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Resources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716480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Installing Jenkins on Windows is straightforward with proper prerequisites and steps.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Always keep Jenkins updated to benefit from the latest features and security patches.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For additional help, refer to the official Jenkins documentation and community forums.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590</Words>
  <Application>Microsoft Office PowerPoint</Application>
  <PresentationFormat>On-screen Show (16:9)</PresentationFormat>
  <Paragraphs>85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Optima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 Jenkins In Wincows</dc:title>
  <dc:subject>Install Jenkins In Wincows</dc:subject>
  <dc:creator>SlideMake.com</dc:creator>
  <cp:lastModifiedBy>Ranjith Reddy</cp:lastModifiedBy>
  <cp:revision>3</cp:revision>
  <dcterms:created xsi:type="dcterms:W3CDTF">2025-10-13T15:19:49Z</dcterms:created>
  <dcterms:modified xsi:type="dcterms:W3CDTF">2025-10-14T05:59:34Z</dcterms:modified>
</cp:coreProperties>
</file>