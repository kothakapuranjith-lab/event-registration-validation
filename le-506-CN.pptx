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8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6033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https://www.boardinfinity.com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https://www.tutorialspoint.com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https://a5theory.com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https://humphryscomputing.com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https://slidetodoc.com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https://img.dokumen.tips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https://data-recovery.wiki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https://a5theory.com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https://a5theory.com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52346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477" y="1"/>
            <a:ext cx="6909911" cy="1353026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041208" y="1940719"/>
            <a:ext cx="5061585" cy="10110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altLang="en-GB" sz="21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700" b="1" dirty="0">
                <a:latin typeface="Times New Roman" panose="02020603050405020304" charset="0"/>
                <a:cs typeface="Times New Roman" panose="02020603050405020304" charset="0"/>
              </a:rPr>
              <a:t>Framing In Computer Networks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332412" y="3539490"/>
            <a:ext cx="2251421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dirty="0">
                <a:latin typeface="Times New Roman" panose="02020603050405020304" charset="0"/>
                <a:cs typeface="Times New Roman" panose="02020603050405020304" charset="0"/>
              </a:rPr>
              <a:t>NAME      :  </a:t>
            </a:r>
            <a:r>
              <a:rPr lang="en-GB" altLang="en-GB" sz="1350" dirty="0" err="1">
                <a:latin typeface="Times New Roman" panose="02020603050405020304" charset="0"/>
                <a:cs typeface="Times New Roman" panose="02020603050405020304" charset="0"/>
              </a:rPr>
              <a:t>K.Ranjith</a:t>
            </a:r>
            <a:r>
              <a:rPr lang="en-GB" altLang="en-GB" sz="1350" dirty="0">
                <a:latin typeface="Times New Roman" panose="02020603050405020304" charset="0"/>
                <a:cs typeface="Times New Roman" panose="02020603050405020304" charset="0"/>
              </a:rPr>
              <a:t> Reddy</a:t>
            </a:r>
            <a:endParaRPr lang="en-US" altLang="en-GB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350" dirty="0">
                <a:latin typeface="Times New Roman" panose="02020603050405020304" charset="0"/>
                <a:cs typeface="Times New Roman" panose="02020603050405020304" charset="0"/>
              </a:rPr>
              <a:t>CLASS      :  CSE - B</a:t>
            </a:r>
          </a:p>
          <a:p>
            <a:r>
              <a:rPr lang="en-US" altLang="en-GB" sz="1350" dirty="0">
                <a:latin typeface="Times New Roman" panose="02020603050405020304" charset="0"/>
                <a:cs typeface="Times New Roman" panose="02020603050405020304" charset="0"/>
              </a:rPr>
              <a:t>ROLL NO :  247R5A05</a:t>
            </a:r>
            <a:r>
              <a:rPr lang="en-GB" altLang="en-GB" sz="1350" dirty="0">
                <a:latin typeface="Times New Roman" panose="02020603050405020304" charset="0"/>
                <a:cs typeface="Times New Roman" panose="02020603050405020304" charset="0"/>
              </a:rPr>
              <a:t>06</a:t>
            </a:r>
            <a:endParaRPr lang="en-US" altLang="en-GB" sz="13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boardinfinity.com/blog/content/images/2023/05/data-link-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Framing in Computer Networks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Framing is a fundamental process in data link layer communication.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involves dividing data into manageable units called frames for transmission.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Proper framing ensures accurate data transfer and error detection.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tutorialspoint.com/data_communication_computer_network/images/framing_data_link_lay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What is a Frame?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 frame is a structured data packet used for communication between network devices.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contains control information, payload data, and error-checking components.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Frames are essential for organizing data and facilitating reliable transmission.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Types of Framing Techniques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5690937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Character count framing uses a count of characters to define frame size.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Flag byte framing uses special flag sequences to mark frame boundaries.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Bit stuffing involves inserting non-data bits to prevent confusion with control flags.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humphryscomputing.com/Notes/Networks/tanenbaum/3-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Character Count Framing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Utilizes a count field at the beginning of the frame to specify length.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is simple but can be inefficient if data size varies significantly.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Errors in the count field can lead to misinterpretation of frames.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slidetodoc.com/presentation_image_h2/7f9b79c63b56c173693532bd52bbb928/image-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Flag Byte Framing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Uses special flag sequences (e.g., 01111110) to mark frame boundaries.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transparency is maintained via techniques like bit stuffing.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method is widely used in protocols like HDLC and PPP.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Bit Stuffing Technique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554655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Bit stuffing involves inserting a '0' after five consecutive '1's in data.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prevents accidental flag sequences within the data.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receiver removes the stuffed bits to recover the original data.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data-recovery.wiki/wp-content/uploads/2023/02/cyclic-redundancy-error-scal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Error Detection in Framing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Cyclic Redundancy Check (CRC) is commonly used for error detection.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CRC appends a checksum to the frame, which is verified upon receipt.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Accurate error detection helps maintain data integrity during transmission.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a5theory.com/wp-content/uploads/2019/12/character-st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in Framing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transparency issues can occur if special flag sequences appear in data.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Proper implementation of framing techniques is crucial to avoid data misinterpretation.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Handling errors and frame synchronization remains a critical aspect of network design.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584133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Framing is a critical process that ensures reliable and organized data transfer.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Different framing techniques are suited for various network protocols and scenarios.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framing mechanisms is essential for designing robust computer networks.</a:t>
            </a:r>
            <a:endParaRPr lang="en-US" sz="1600" dirty="0"/>
          </a:p>
          <a:p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470</Words>
  <Application>Microsoft Office PowerPoint</Application>
  <PresentationFormat>On-screen Show (16:9)</PresentationFormat>
  <Paragraphs>77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Optima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Framing In Computer Networks</dc:title>
  <dc:subject>Framing In Computer Networks</dc:subject>
  <dc:creator>SlideMake.com</dc:creator>
  <cp:lastModifiedBy>Ranjith Reddy</cp:lastModifiedBy>
  <cp:revision>2</cp:revision>
  <dcterms:created xsi:type="dcterms:W3CDTF">2025-10-14T14:41:19Z</dcterms:created>
  <dcterms:modified xsi:type="dcterms:W3CDTF">2025-10-14T15:00:05Z</dcterms:modified>
</cp:coreProperties>
</file>