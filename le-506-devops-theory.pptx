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47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68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https://www.tastingtable.com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8449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77" y="1"/>
            <a:ext cx="6909911" cy="1353026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041207" y="2303344"/>
            <a:ext cx="5061585" cy="5368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GB" sz="2100" b="1" dirty="0">
                <a:latin typeface="Times New Roman" panose="02020603050405020304" charset="0"/>
                <a:cs typeface="Times New Roman" panose="02020603050405020304" charset="0"/>
              </a:rPr>
              <a:t>SALTSTAK in </a:t>
            </a:r>
            <a:r>
              <a:rPr lang="en-US" altLang="en-GB" sz="2100" b="1" dirty="0" err="1">
                <a:latin typeface="Times New Roman" panose="02020603050405020304" charset="0"/>
                <a:cs typeface="Times New Roman" panose="02020603050405020304" charset="0"/>
              </a:rPr>
              <a:t>Devop’s</a:t>
            </a:r>
            <a:endParaRPr lang="en-US" altLang="en-GB" sz="27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332412" y="3539490"/>
            <a:ext cx="225142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NAME      :  K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.Ranjith Reddy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CLASS      :  CSE - B</a:t>
            </a:r>
          </a:p>
          <a:p>
            <a:r>
              <a:rPr lang="en-US" altLang="en-GB" sz="1350" dirty="0">
                <a:latin typeface="Times New Roman" panose="02020603050405020304" charset="0"/>
                <a:cs typeface="Times New Roman" panose="02020603050405020304" charset="0"/>
              </a:rPr>
              <a:t>ROLL NO :  247R5A05</a:t>
            </a:r>
            <a:r>
              <a:rPr lang="en-GB" altLang="en-GB" sz="1350" dirty="0"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 lang="en-US" altLang="en-GB" sz="13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Salt Stack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6390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Stack is an open-source configuration management and remote execution tool.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is designed to manage large-scale infrastructures efficiently.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Stack enables automation and orchestration of IT tasks across diverse systems.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DE348-C7CE-52CE-9C75-723E6A284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993" y="640080"/>
            <a:ext cx="3709658" cy="3077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Core Features of Salt Stack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4767073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provides fast remote execution capabilities for managing multiple servers simultaneously.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uses a declarative language to define system states and configurations.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supports event-driven automation to respond to real-time system changes.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719819-2976-48F6-A5A2-D7353AD7F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832" y="361447"/>
            <a:ext cx="3950208" cy="3326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Architecture of Salt Stack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453542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follows a master-minion architecture where the master controls minions.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Minions are lightweight agents installed on managed systems.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communication between master and minions is secure and encrypted.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E302A-36F9-9704-522A-80444D201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051560"/>
            <a:ext cx="4151377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Modules and States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430377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Modules are functions that perform specific tasks like package installation or service management.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States describe the desired configuration of a system, ensuring consistency.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Combining modules and states allows for comprehensive system automation.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2C240-1079-958D-5E32-DF9BF9A63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871" y="322328"/>
            <a:ext cx="2846833" cy="32004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Salt's Remote Execution System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32259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Salt's remote execution allows commands to be run across many minions simultaneously.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provides real-time feedback and results for efficient management.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Commands can be targeted using various selection criteria like grains, globbing, or lists.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Orchestration and Automation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5120641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orchestration automates complex workflows involving multiple systems.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enables sequential or conditional execution of tasks for deployment pipelines.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Orchestration improves reliability and reduces manual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Security and Compliance in Salt Stack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444398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uses SSL/TLS encryption for secure communication between master and minions.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Role-based access control (RBAC) manages permissions for different users.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Audit logs and reporting features help maintain compliance and traceability.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37792-921E-E8A3-146A-3DE9B44A4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08634"/>
            <a:ext cx="3115056" cy="2991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Use Cases and Applications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492556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Stack is used for server provisioning, configuration management, and application deployment.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supports hybrid environments combining on-premises and cloud resources.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Many organizations leverage Salt for continuous integration and continuous deployment (CI/CD).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25C539-6B8A-1352-2B94-059E48DB7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768" y="316991"/>
            <a:ext cx="3553968" cy="29626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Future Outlook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719488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Salt Stack continues to evolve with features for better scalability and usability.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Its flexibility makes it suitable for diverse infrastructure management needs.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development aims to enhance security, performance, and integration capabilities.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475</Words>
  <Application>Microsoft Office PowerPoint</Application>
  <PresentationFormat>On-screen Show (16:9)</PresentationFormat>
  <Paragraphs>76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Optima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 Stack</dc:title>
  <dc:subject>Salt Stack</dc:subject>
  <dc:creator>SlideMake.com</dc:creator>
  <cp:lastModifiedBy>Ranjith Reddy</cp:lastModifiedBy>
  <cp:revision>5</cp:revision>
  <dcterms:created xsi:type="dcterms:W3CDTF">2025-09-15T14:44:36Z</dcterms:created>
  <dcterms:modified xsi:type="dcterms:W3CDTF">2025-10-14T02:01:49Z</dcterms:modified>
</cp:coreProperties>
</file>