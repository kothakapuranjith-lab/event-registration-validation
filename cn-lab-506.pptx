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875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https://miro.medium.com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https://unicminds.com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https://linuxhandbook.com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https://www.stationx.net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https://linuxhandbook.com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https://linuxhandbook.com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https://www.enterprisestorageforum.com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https://cdn.ttgtmedia.com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https://miro.medium.com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840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7" y="1"/>
            <a:ext cx="6909911" cy="135302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41208" y="1940719"/>
            <a:ext cx="5061585" cy="10110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en-GB" sz="21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en-GB" sz="2700" b="1" dirty="0">
                <a:latin typeface="Times New Roman" panose="02020603050405020304" charset="0"/>
                <a:cs typeface="Times New Roman" panose="02020603050405020304" charset="0"/>
              </a:rPr>
              <a:t>How to run N Map Scan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332412" y="3539490"/>
            <a:ext cx="22514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NAME      :  </a:t>
            </a:r>
            <a:r>
              <a:rPr lang="en-US" altLang="en-GB" sz="1350" dirty="0" err="1">
                <a:latin typeface="Times New Roman" panose="02020603050405020304" charset="0"/>
                <a:cs typeface="Times New Roman" panose="02020603050405020304" charset="0"/>
              </a:rPr>
              <a:t>K.Ranjith</a:t>
            </a:r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 Reddy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ROLL NO :  247R5A05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Nmap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53916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Nmap (Network Mapper) is an open-source tool used for network discovery and security auditing.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helps administrators identify active devices, open ports, and services running on hosts within a network.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Learning to run Nmap effectively enhances network security and management capabilities.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nicminds.com/wp-content/uploads/2023/11/NMap-UnicMind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Installing Nmap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Nmap can be installed on various operating systems including Windows, Linux, and macOS.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Download the installer from the official Nmap website and follow the installation instructions specific to your OS.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Ensure that you have administrative privileges to install and run Nmap properly.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linuxhandbook.com/content/images/size/w600/2023/02/scan-open-ports-using-the-nmap-command-on-lin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Basic Nmap Syntax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basic command format is `nmap [options] [target]`.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target can be a single IP address, a hostname, or a range of IPs.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Running `nmap 192.168.1.1` scans the specified IP address for open ports and services.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tationx.net/wp-content/uploads/2023/08/imag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Conducting a Simple Scan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To perform a basic scan, use the command `nmap [target]`.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For example, `nmap 192.168.1.1` scans the specified host for open ports.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scan provides information about which ports are open and what services they might be running.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linuxhandbook.com/content/images/2023/02/scan-open-ports-using-the-nmap-command-on-lin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Scanning Multiple Targets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Nmap allows scanning multiple hosts by specifying multiple IPs or ranges separated by spaces or commas.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Example: `nmap 192.168.1.1 192.168.1.2` or `nmap 192.168.1.1-50`.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feature is useful for assessing entire subnets quickly and efficiently.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linuxhandbook.com/content/images/size/w600/2023/02/scan-open-ports-using-the-nmap-command-on-linu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Output Formats and Saving Results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Nmap can output results in formats such as normal, XML, or grepable using `-oN`, `-oX`, or `-oG`.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Example: `nmap -oN output.txt 192.168.1.1` saves the scan results to a text file.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Saving output is useful for documentation, analysis, and reporting purposes.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enterprisestorageforum.com/wp-content/uploads/2023/06/esf-vulnerability-scanning-and-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Ethical and Legal Considerations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ensure you have permission to scan a network to avoid legal issues or network disruptions.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Unauthorized scanning can be considered malicious activity and may lead to legal penalties.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Nmap responsibly and within the scope of authorized security assessments.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cdn.ttgtmedia.com/rms/onlineimages/how_a_vulnerability_scanner_works-f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Practical Tips for Effective Scanning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specific target ranges to minimize unnecessary network traffic.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Combine different scan options for thorough security assessments.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Regularly update Nmap to access the latest features and vulnerability detection capabilities.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59330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Nmap is a powerful tool for network discovery and security auditing when used properly.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Practice running various scans in controlled environments to improve your skills.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Refer to the official Nmap documentation and community forums for additional guidance and updates.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547</Words>
  <Application>Microsoft Office PowerPoint</Application>
  <PresentationFormat>On-screen Show (16:9)</PresentationFormat>
  <Paragraphs>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Run N Map Scan In Computer Networks</dc:title>
  <dc:subject>How To Run N Map Scan In Computer Networks</dc:subject>
  <dc:creator>SlideMake.com</dc:creator>
  <cp:lastModifiedBy>Ranjith Reddy</cp:lastModifiedBy>
  <cp:revision>2</cp:revision>
  <dcterms:created xsi:type="dcterms:W3CDTF">2025-10-24T03:09:17Z</dcterms:created>
  <dcterms:modified xsi:type="dcterms:W3CDTF">2025-10-24T03:13:23Z</dcterms:modified>
</cp:coreProperties>
</file>