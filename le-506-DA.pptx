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68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17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37864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https://d3i71xaburhd42.cloudfront.net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https://media.eagereyes.org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https://www.slidemake.com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https://www.slidemake.com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https://www.slidemake.com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https://0.academia-photos.com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https://img.freepik.com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https://chartexpo.com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https://d20ohkaloyme4g.cloudfront.net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553405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477" y="1"/>
            <a:ext cx="6909911" cy="1353026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871151" y="1940719"/>
            <a:ext cx="7182237" cy="101107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endParaRPr lang="en-US" altLang="en-GB" sz="21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en-GB" sz="2700" b="1" dirty="0">
                <a:latin typeface="Times New Roman" panose="02020603050405020304" charset="0"/>
                <a:cs typeface="Times New Roman" panose="02020603050405020304" charset="0"/>
              </a:rPr>
              <a:t>Pixel-Oriented Visualization Techniques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5332412" y="3539490"/>
            <a:ext cx="2251421" cy="715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GB" sz="1350" dirty="0">
                <a:latin typeface="Times New Roman" panose="02020603050405020304" charset="0"/>
                <a:cs typeface="Times New Roman" panose="02020603050405020304" charset="0"/>
              </a:rPr>
              <a:t>NAME      :  </a:t>
            </a:r>
            <a:r>
              <a:rPr lang="en-US" altLang="en-GB" sz="1350" dirty="0" err="1">
                <a:latin typeface="Times New Roman" panose="02020603050405020304" charset="0"/>
                <a:cs typeface="Times New Roman" panose="02020603050405020304" charset="0"/>
              </a:rPr>
              <a:t>K.Ranjith</a:t>
            </a:r>
            <a:r>
              <a:rPr lang="en-US" altLang="en-GB" sz="1350" dirty="0">
                <a:latin typeface="Times New Roman" panose="02020603050405020304" charset="0"/>
                <a:cs typeface="Times New Roman" panose="02020603050405020304" charset="0"/>
              </a:rPr>
              <a:t> Reddy</a:t>
            </a:r>
          </a:p>
          <a:p>
            <a:r>
              <a:rPr lang="en-US" altLang="en-GB" sz="1350" dirty="0">
                <a:latin typeface="Times New Roman" panose="02020603050405020304" charset="0"/>
                <a:cs typeface="Times New Roman" panose="02020603050405020304" charset="0"/>
              </a:rPr>
              <a:t>CLASS      :  CSE - B</a:t>
            </a:r>
          </a:p>
          <a:p>
            <a:r>
              <a:rPr lang="en-US" altLang="en-GB" sz="1350" dirty="0">
                <a:latin typeface="Times New Roman" panose="02020603050405020304" charset="0"/>
                <a:cs typeface="Times New Roman" panose="02020603050405020304" charset="0"/>
              </a:rPr>
              <a:t>ROLL NO :  247R5A05</a:t>
            </a:r>
            <a:r>
              <a:rPr lang="en-GB" altLang="en-GB" sz="1350" dirty="0">
                <a:latin typeface="Times New Roman" panose="02020603050405020304" charset="0"/>
                <a:cs typeface="Times New Roman" panose="02020603050405020304" charset="0"/>
              </a:rPr>
              <a:t>06</a:t>
            </a:r>
            <a:endParaRPr lang="en-US" altLang="en-GB" sz="135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d3i71xaburhd42.cloudfront.net/ce1eb9ed41232690a1ab0b6b7322cfdb10a385cc/3-Figure1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Introduction to Pixel-Oriented Visualization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Pixel-oriented visualization focuses on representing data through individual pixels or small groups of pixels.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This technique emphasizes detailed visual representation, often used in high-resolution images and displays.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It enables precise analysis of data by examining the visual properties at the pixel level, facilitating detailed insights.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media.eagereyes.org/wp-content/uploads/2016/01/pres-oriented-teas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Importance of Pixel-Level Detail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Pixel-level detail allows for accurate visualization of subtle variations within data sets.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It is crucial for applications requiring high fidelity, such as medical imaging and scientific visualization.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Enhancing pixel detail can improve user understanding and support more informed decision-making processes.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Basic Principles of Pixel-Oriented Techniques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199" y="1143000"/>
            <a:ext cx="6996363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These techniques rely on mapping data attributes directly onto pixel properties like color and intensity.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Color encoding and shading are commonly used to represent multiple data dimensions simultaneously.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Spatial resolution is key, with higher resolutions enabling more detailed and informative visualizations.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Common Pixel-Oriented Visualization Methods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6623384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Image-based visualization uses pixel data to display complex images derived from scientific or statistical data.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Heatmaps employ color gradients to represent data density or intensity at the pixel level.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Raster graphics techniques manipulate pixel arrays to create detailed visual representations of data.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Advantages of Pixel-Oriented Visualization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7194884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It provides high precision, capturing subtle variations that might be missed in other visualization methods.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Pixel-based images are easily scalable and can be manipulated digitally with minimal loss of detail.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This approach supports the visualization of large data volumes efficiently through pixel aggregation.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0.academia-photos.com/attachment_thumbnails/100097638/mini_magick20230320-1-hwaxwu.png?167933717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Limitations of Pixel-Based Techniques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High-resolution pixel data can demand significant computational resources for processing and rendering.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Visual clutter may occur when too many detailed pixels are displayed, reducing clarity.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Interpreting pixel-level data often requires specialized knowledge and can be less intuitive for general audiences.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img.freepik.com/premium-photo/colorful-abstract-particle-visualization-scientific-medical-applications-concept-scientific-visualization-medical-imaging-colorful-particles-abstract-art-data-analysis_918839-2400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Applications in Scientific Visualization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Used extensively in medical imaging for detailed visualization of MRI and CT scan data.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Employed in remote sensing to analyze satellite imagery with high pixel resolution.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Useful in fluid dynamics simulations where detailed flow patterns are visualized at the pixel level.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chartexpo.com/blog/wp-content/uploads/2023/03/data-visualization-technique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Applications in Data Analysis and Business Intelligence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Heatmaps visualize user interactions on websites, revealing behavior patterns at the pixel level.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Pixel-based visualizations help identify data clusters and outliers in large datasets.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They assist in geographic information systems (GIS) for detailed spatial data analysis.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d20ohkaloyme4g.cloudfront.net/img/document_thumbnails/d0ff7f260f03cd7b44b6ffaf52dd0805/thumb_1200_169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Conclusion and Summary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Pixel-oriented visualization techniques offer detailed and precise ways to represent complex data.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They are essential in fields requiring high-resolution imaging and detailed analysis.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Ongoing technological advancements will continue to expand their capabilities and applications.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553</Words>
  <Application>Microsoft Office PowerPoint</Application>
  <PresentationFormat>On-screen Show (16:9)</PresentationFormat>
  <Paragraphs>77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Optima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SlideMake.com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Pixal Oriented Visualization Techniques</dc:title>
  <dc:subject>Pixal Oriented Visualization Techniques</dc:subject>
  <dc:creator>SlideMake.com</dc:creator>
  <cp:lastModifiedBy>Ranjith Reddy</cp:lastModifiedBy>
  <cp:revision>2</cp:revision>
  <dcterms:created xsi:type="dcterms:W3CDTF">2025-10-14T14:53:42Z</dcterms:created>
  <dcterms:modified xsi:type="dcterms:W3CDTF">2025-10-14T15:07:10Z</dcterms:modified>
</cp:coreProperties>
</file>