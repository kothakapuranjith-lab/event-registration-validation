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4" r:id="rId2"/>
    <p:sldId id="259" r:id="rId3"/>
    <p:sldId id="260" r:id="rId4"/>
    <p:sldId id="261" r:id="rId5"/>
    <p:sldId id="257" r:id="rId6"/>
    <p:sldId id="258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21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567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68313" y="1196975"/>
            <a:ext cx="8207375" cy="108267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69900" y="2422525"/>
            <a:ext cx="8212138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91567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" y="0"/>
            <a:ext cx="9213215" cy="180403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197610" y="2587625"/>
            <a:ext cx="6748780" cy="13481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endParaRPr lang="en-US" altLang="en-GB" sz="2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 sz="3600" b="1" dirty="0">
                <a:latin typeface="Times New Roman" panose="02020603050405020304" charset="0"/>
                <a:cs typeface="Times New Roman" panose="02020603050405020304" charset="0"/>
              </a:rPr>
              <a:t>Adding Animation to an App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5585883" y="4719320"/>
            <a:ext cx="30018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NAME      :  </a:t>
            </a:r>
            <a:r>
              <a:rPr lang="en-US" altLang="en-GB" dirty="0" err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K.Ranjith</a:t>
            </a:r>
            <a:r>
              <a:rPr lang="en-US" altLang="en-GB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Reddy</a:t>
            </a:r>
          </a:p>
          <a:p>
            <a:r>
              <a:rPr lang="en-US" altLang="en-GB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CLASS      :  CSE - B</a:t>
            </a:r>
          </a:p>
          <a:p>
            <a:r>
              <a:rPr lang="en-US" altLang="en-GB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ROLL NO :  2</a:t>
            </a:r>
            <a:r>
              <a:rPr lang="en-US" altLang="en-GB" dirty="0">
                <a:latin typeface="Times New Roman" panose="02020603050405020304" charset="0"/>
                <a:cs typeface="Times New Roman" panose="02020603050405020304" charset="0"/>
              </a:rPr>
              <a:t>4</a:t>
            </a:r>
            <a:r>
              <a:rPr lang="en-US" altLang="en-GB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7R5A05</a:t>
            </a:r>
            <a:r>
              <a:rPr lang="en-GB" altLang="en-GB" dirty="0">
                <a:latin typeface="Times New Roman" panose="02020603050405020304" charset="0"/>
                <a:cs typeface="Times New Roman" panose="02020603050405020304" charset="0"/>
              </a:rPr>
              <a:t>06</a:t>
            </a:r>
            <a:endParaRPr lang="en-US" altLang="en-GB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6480" y="963931"/>
            <a:ext cx="4413885" cy="521174"/>
          </a:xfrm>
        </p:spPr>
        <p:txBody>
          <a:bodyPr/>
          <a:lstStyle/>
          <a:p>
            <a:r>
              <a:rPr b="1" dirty="0">
                <a:latin typeface="Times New Roman" panose="02020603050405020304" charset="0"/>
                <a:cs typeface="Times New Roman" panose="02020603050405020304" charset="0"/>
              </a:rPr>
              <a:t>Animated</a:t>
            </a:r>
            <a:r>
              <a:rPr lang="en-US" b="1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b="1" dirty="0">
                <a:latin typeface="Times New Roman" panose="02020603050405020304" charset="0"/>
                <a:cs typeface="Times New Roman" panose="02020603050405020304" charset="0"/>
              </a:rPr>
              <a:t>Opacity</a:t>
            </a:r>
            <a:r>
              <a:rPr lang="en-US" b="1" dirty="0">
                <a:latin typeface="Times New Roman" panose="02020603050405020304" charset="0"/>
                <a:cs typeface="Times New Roman" panose="02020603050405020304" charset="0"/>
              </a:rPr>
              <a:t> :-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817370"/>
            <a:ext cx="8229600" cy="2570480"/>
          </a:xfrm>
        </p:spPr>
        <p:txBody>
          <a:bodyPr/>
          <a:lstStyle/>
          <a:p>
            <a:pPr marL="0" indent="0">
              <a:buNone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Animates the opacity of a widget.</a:t>
            </a:r>
          </a:p>
          <a:p>
            <a:pPr marL="0" indent="0">
              <a:buNone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Great for fade-in or fade-out effects.</a:t>
            </a:r>
          </a:p>
          <a:p>
            <a:pPr marL="0" indent="0">
              <a:buNone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Requires opacity and duration.</a:t>
            </a:r>
            <a:br>
              <a:rPr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Example :-</a:t>
            </a:r>
          </a:p>
          <a:p>
            <a:pPr marL="0" indent="0">
              <a:buNone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Message disappearing gradually.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7730" y="727308"/>
            <a:ext cx="5100320" cy="582930"/>
          </a:xfrm>
        </p:spPr>
        <p:txBody>
          <a:bodyPr/>
          <a:lstStyle/>
          <a:p>
            <a:r>
              <a:rPr b="1">
                <a:latin typeface="Times New Roman" panose="02020603050405020304" charset="0"/>
                <a:cs typeface="Times New Roman" panose="02020603050405020304" charset="0"/>
              </a:rPr>
              <a:t>Animation</a:t>
            </a:r>
            <a:r>
              <a:rPr lang="en-US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b="1">
                <a:latin typeface="Times New Roman" panose="02020603050405020304" charset="0"/>
                <a:cs typeface="Times New Roman" panose="02020603050405020304" charset="0"/>
              </a:rPr>
              <a:t>Controller</a:t>
            </a:r>
            <a:r>
              <a:rPr lang="en-US" b="1">
                <a:latin typeface="Times New Roman" panose="02020603050405020304" charset="0"/>
                <a:cs typeface="Times New Roman" panose="02020603050405020304" charset="0"/>
              </a:rPr>
              <a:t> :-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7730" y="1579245"/>
            <a:ext cx="6937375" cy="4987290"/>
          </a:xfrm>
        </p:spPr>
        <p:txBody>
          <a:bodyPr/>
          <a:lstStyle/>
          <a:p>
            <a:pPr marL="0" indent="0">
              <a:buNone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Gives fine-grained control over animations.</a:t>
            </a:r>
          </a:p>
          <a:p>
            <a:pPr marL="0" indent="0">
              <a:buNone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Requires vsync (TickerProvider).</a:t>
            </a:r>
          </a:p>
          <a:p>
            <a:pPr marL="0" indent="0">
              <a:buNone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</a:t>
            </a:r>
            <a:r>
              <a:rPr b="1">
                <a:latin typeface="Times New Roman" panose="02020603050405020304" charset="0"/>
                <a:cs typeface="Times New Roman" panose="02020603050405020304" charset="0"/>
              </a:rPr>
              <a:t>Methods</a:t>
            </a:r>
            <a:r>
              <a:rPr lang="en-US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b="1">
                <a:latin typeface="Times New Roman" panose="02020603050405020304" charset="0"/>
                <a:cs typeface="Times New Roman" panose="02020603050405020304" charset="0"/>
              </a:rPr>
              <a:t>:</a:t>
            </a:r>
            <a:r>
              <a:rPr lang="en-US" b="1">
                <a:latin typeface="Times New Roman" panose="02020603050405020304" charset="0"/>
                <a:cs typeface="Times New Roman" panose="02020603050405020304" charset="0"/>
              </a:rPr>
              <a:t>-</a:t>
            </a:r>
          </a:p>
          <a:p>
            <a:pPr marL="0" indent="0">
              <a:buNone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    </a:t>
            </a:r>
            <a:r>
              <a:rPr>
                <a:latin typeface="Times New Roman" panose="02020603050405020304" charset="0"/>
                <a:cs typeface="Times New Roman" panose="02020603050405020304" charset="0"/>
              </a:rPr>
              <a:t>forward()</a:t>
            </a:r>
          </a:p>
          <a:p>
            <a:pPr marL="0" indent="0">
              <a:buNone/>
            </a:pPr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     </a:t>
            </a:r>
            <a:r>
              <a:rPr>
                <a:latin typeface="Times New Roman" panose="02020603050405020304" charset="0"/>
                <a:cs typeface="Times New Roman" panose="02020603050405020304" charset="0"/>
              </a:rPr>
              <a:t>reverse() </a:t>
            </a:r>
          </a:p>
          <a:p>
            <a:pPr marL="0" indent="0">
              <a:buNone/>
            </a:pPr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     </a:t>
            </a:r>
            <a:r>
              <a:rPr>
                <a:latin typeface="Times New Roman" panose="02020603050405020304" charset="0"/>
                <a:cs typeface="Times New Roman" panose="02020603050405020304" charset="0"/>
              </a:rPr>
              <a:t>repeat()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3960" y="717550"/>
            <a:ext cx="5838825" cy="582930"/>
          </a:xfrm>
        </p:spPr>
        <p:txBody>
          <a:bodyPr/>
          <a:lstStyle/>
          <a:p>
            <a:r>
              <a:rPr b="1">
                <a:latin typeface="Times New Roman" panose="02020603050405020304" charset="0"/>
                <a:cs typeface="Times New Roman" panose="02020603050405020304" charset="0"/>
              </a:rPr>
              <a:t>Staggered Animations</a:t>
            </a:r>
            <a:r>
              <a:rPr lang="en-US" b="1">
                <a:latin typeface="Times New Roman" panose="02020603050405020304" charset="0"/>
                <a:cs typeface="Times New Roman" panose="02020603050405020304" charset="0"/>
              </a:rPr>
              <a:t> :-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553210"/>
            <a:ext cx="8229600" cy="4953000"/>
          </a:xfrm>
        </p:spPr>
        <p:txBody>
          <a:bodyPr/>
          <a:lstStyle/>
          <a:p>
            <a:pPr marL="0" indent="0">
              <a:buNone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Multiple animations running sequentially.</a:t>
            </a:r>
          </a:p>
          <a:p>
            <a:pPr marL="0" indent="0">
              <a:buNone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Achieved by using Interval with AnimationController.</a:t>
            </a:r>
          </a:p>
          <a:p>
            <a:pPr marL="0" indent="0">
              <a:buNone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Useful for complex UI effects.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65" y="1073785"/>
            <a:ext cx="5240655" cy="582930"/>
          </a:xfrm>
        </p:spPr>
        <p:txBody>
          <a:bodyPr/>
          <a:lstStyle/>
          <a:p>
            <a:r>
              <a:rPr b="1">
                <a:latin typeface="Times New Roman" panose="02020603050405020304" charset="0"/>
                <a:cs typeface="Times New Roman" panose="02020603050405020304" charset="0"/>
              </a:rPr>
              <a:t>Animated</a:t>
            </a:r>
            <a:r>
              <a:rPr lang="en-US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b="1">
                <a:latin typeface="Times New Roman" panose="02020603050405020304" charset="0"/>
                <a:cs typeface="Times New Roman" panose="02020603050405020304" charset="0"/>
              </a:rPr>
              <a:t>Container</a:t>
            </a:r>
            <a:r>
              <a:rPr lang="en-US" b="1">
                <a:latin typeface="Times New Roman" panose="02020603050405020304" charset="0"/>
                <a:cs typeface="Times New Roman" panose="02020603050405020304" charset="0"/>
              </a:rPr>
              <a:t> :-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6285" y="1957705"/>
            <a:ext cx="8229600" cy="2790190"/>
          </a:xfrm>
        </p:spPr>
        <p:txBody>
          <a:bodyPr/>
          <a:lstStyle/>
          <a:p>
            <a:pPr marL="0" indent="0">
              <a:buNone/>
            </a:pPr>
            <a:r>
              <a:t>• </a:t>
            </a:r>
            <a:r>
              <a:rPr>
                <a:latin typeface="Times New Roman" panose="02020603050405020304" charset="0"/>
                <a:cs typeface="Times New Roman" panose="02020603050405020304" charset="0"/>
              </a:rPr>
              <a:t>Automatically animates changes in size, color, and alignment.</a:t>
            </a:r>
          </a:p>
          <a:p>
            <a:pPr marL="0" indent="0">
              <a:buNone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Requires duration and curve.</a:t>
            </a:r>
          </a:p>
          <a:p>
            <a:pPr marL="0" indent="0">
              <a:buNone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</a:t>
            </a:r>
            <a:r>
              <a:rPr b="1">
                <a:latin typeface="Times New Roman" panose="02020603050405020304" charset="0"/>
                <a:cs typeface="Times New Roman" panose="02020603050405020304" charset="0"/>
              </a:rPr>
              <a:t>Example</a:t>
            </a:r>
            <a:r>
              <a:rPr lang="en-US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b="1">
                <a:latin typeface="Times New Roman" panose="02020603050405020304" charset="0"/>
                <a:cs typeface="Times New Roman" panose="02020603050405020304" charset="0"/>
              </a:rPr>
              <a:t>:</a:t>
            </a:r>
            <a:r>
              <a:rPr lang="en-US" b="1">
                <a:latin typeface="Times New Roman" panose="02020603050405020304" charset="0"/>
                <a:cs typeface="Times New Roman" panose="02020603050405020304" charset="0"/>
              </a:rPr>
              <a:t>-</a:t>
            </a:r>
          </a:p>
          <a:p>
            <a:pPr marL="0" indent="0">
              <a:buNone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animating box size and color.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3245" y="832485"/>
            <a:ext cx="5152390" cy="582930"/>
          </a:xfrm>
        </p:spPr>
        <p:txBody>
          <a:bodyPr/>
          <a:lstStyle/>
          <a:p>
            <a:r>
              <a:rPr b="1">
                <a:latin typeface="Times New Roman" panose="02020603050405020304" charset="0"/>
                <a:cs typeface="Times New Roman" panose="02020603050405020304" charset="0"/>
              </a:rPr>
              <a:t>Animated</a:t>
            </a:r>
            <a:r>
              <a:rPr lang="en-US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b="1">
                <a:latin typeface="Times New Roman" panose="02020603050405020304" charset="0"/>
                <a:cs typeface="Times New Roman" panose="02020603050405020304" charset="0"/>
              </a:rPr>
              <a:t>Cross</a:t>
            </a:r>
            <a:r>
              <a:rPr lang="en-US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b="1">
                <a:latin typeface="Times New Roman" panose="02020603050405020304" charset="0"/>
                <a:cs typeface="Times New Roman" panose="02020603050405020304" charset="0"/>
              </a:rPr>
              <a:t>Fade</a:t>
            </a:r>
            <a:r>
              <a:rPr lang="en-US" b="1">
                <a:latin typeface="Times New Roman" panose="02020603050405020304" charset="0"/>
                <a:cs typeface="Times New Roman" panose="02020603050405020304" charset="0"/>
              </a:rPr>
              <a:t> :-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3245" y="1658620"/>
            <a:ext cx="8229600" cy="4953000"/>
          </a:xfrm>
        </p:spPr>
        <p:txBody>
          <a:bodyPr/>
          <a:lstStyle/>
          <a:p>
            <a:pPr marL="0" indent="0">
              <a:buNone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Fades between two child widgets.</a:t>
            </a:r>
          </a:p>
          <a:p>
            <a:pPr marL="0" indent="0">
              <a:buNone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Useful for switching between states.</a:t>
            </a:r>
          </a:p>
          <a:p>
            <a:pPr marL="0" indent="0">
              <a:buNone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Requires firstChild, secondChild, and duration.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7785" y="647700"/>
            <a:ext cx="3244215" cy="582930"/>
          </a:xfrm>
        </p:spPr>
        <p:txBody>
          <a:bodyPr/>
          <a:lstStyle/>
          <a:p>
            <a:r>
              <a:rPr b="1">
                <a:latin typeface="Times New Roman" panose="02020603050405020304" charset="0"/>
                <a:cs typeface="Times New Roman" panose="02020603050405020304" charset="0"/>
              </a:rPr>
              <a:t>Conclusion</a:t>
            </a:r>
            <a:r>
              <a:rPr lang="en-US" b="1">
                <a:latin typeface="Times New Roman" panose="02020603050405020304" charset="0"/>
                <a:cs typeface="Times New Roman" panose="02020603050405020304" charset="0"/>
              </a:rPr>
              <a:t> :-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8505" y="1534795"/>
            <a:ext cx="6831965" cy="3634105"/>
          </a:xfrm>
        </p:spPr>
        <p:txBody>
          <a:bodyPr/>
          <a:lstStyle/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Animations improve user experience.</a:t>
            </a:r>
          </a:p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Flutter provides both implicit and explicit animation widgets.</a:t>
            </a:r>
          </a:p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Choose the right animation approach based on complexity.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lu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190</Words>
  <Application>Microsoft Office PowerPoint</Application>
  <PresentationFormat>On-screen Show (4:3)</PresentationFormat>
  <Paragraphs>34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Times New Roman</vt:lpstr>
      <vt:lpstr>1_Blue Waves</vt:lpstr>
      <vt:lpstr>PowerPoint Presentation</vt:lpstr>
      <vt:lpstr>Animated Opacity :-</vt:lpstr>
      <vt:lpstr>Animation Controller :-</vt:lpstr>
      <vt:lpstr>Staggered Animations :-</vt:lpstr>
      <vt:lpstr>Animated Container :-</vt:lpstr>
      <vt:lpstr>Animated Cross Fade :-</vt:lpstr>
      <vt:lpstr>Conclusion :-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Ranjith Reddy</dc:creator>
  <dc:description>generated using python-pptx</dc:description>
  <cp:lastModifiedBy>Ranjith Reddy</cp:lastModifiedBy>
  <cp:revision>5</cp:revision>
  <dcterms:created xsi:type="dcterms:W3CDTF">2013-01-27T09:14:00Z</dcterms:created>
  <dcterms:modified xsi:type="dcterms:W3CDTF">2025-10-14T14:56:04Z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87D0EC94A68F4E8BBA98A8A34B4A9CB9_13</vt:lpwstr>
  </property>
  <property fmtid="{D5CDD505-2E9C-101B-9397-08002B2CF9AE}" pid="3" name="KSOProductBuildVer">
    <vt:lpwstr>2057-12.2.0.21936</vt:lpwstr>
  </property>
</Properties>
</file>