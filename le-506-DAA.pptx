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3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9500" autoAdjust="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10/14/2025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4259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11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Image source: https://slideplayer.com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425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Image source: https://image4.slideserve.com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94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Image source: https://image2.slideserve.com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589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Image source: https://image.slideserve.com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652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Image source: https://www.researchgate.net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135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Image source: https://www.slideteam.net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25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1632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4784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6084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091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3855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1395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758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3443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4547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8532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6699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76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19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/>
          </p:cNvSpPr>
          <p:nvPr/>
        </p:nvSpPr>
        <p:spPr>
          <a:xfrm>
            <a:off x="336884" y="2424363"/>
            <a:ext cx="82296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 dirty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NP-Complete Classes </a:t>
            </a:r>
            <a:endParaRPr lang="zh-CN" altLang="en-US" sz="4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0" name="文本框"/>
          <p:cNvSpPr txBox="1">
            <a:spLocks/>
          </p:cNvSpPr>
          <p:nvPr/>
        </p:nvSpPr>
        <p:spPr>
          <a:xfrm>
            <a:off x="5892513" y="3737114"/>
            <a:ext cx="2963494" cy="6463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 err="1">
                <a:latin typeface="Droid Sans" charset="0"/>
                <a:ea typeface="宋体" charset="0"/>
                <a:cs typeface="Lucida Sans"/>
              </a:rPr>
              <a:t>K.Ranjith</a:t>
            </a:r>
            <a:r>
              <a:rPr lang="en-US" altLang="zh-CN" dirty="0">
                <a:latin typeface="Droid Sans" charset="0"/>
                <a:ea typeface="宋体" charset="0"/>
                <a:cs typeface="Lucida Sans"/>
              </a:rPr>
              <a:t> Reddy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Droid Sans" charset="0"/>
              <a:ea typeface="宋体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宋体" charset="0"/>
                <a:cs typeface="Lucida Sans"/>
              </a:rPr>
              <a:t>247R5A0506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Droid Sans" charset="0"/>
              <a:ea typeface="宋体" charset="0"/>
              <a:cs typeface="Lucida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3CDCCC-335A-EC4D-1D68-4BF651A61C4E}"/>
              </a:ext>
            </a:extLst>
          </p:cNvPr>
          <p:cNvSpPr/>
          <p:nvPr/>
        </p:nvSpPr>
        <p:spPr>
          <a:xfrm>
            <a:off x="336884" y="319882"/>
            <a:ext cx="8422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Optima" pitchFamily="34" charset="0"/>
                <a:ea typeface="Optima" pitchFamily="34" charset="0"/>
                <a:cs typeface="Optima" pitchFamily="34" charset="0"/>
              </a:rPr>
              <a:t>Data Analysis And Algorithms</a:t>
            </a:r>
            <a:endParaRPr lang="en-IN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5351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Introduction to NP-Complete Classes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>
            <a:off x="457200" y="1143000"/>
            <a:ext cx="7499847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NP-Complete classes are a set of decision problems that are both in NP and as hard as any problem in NP.</a:t>
            </a: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They play a crucial role in understanding the computational complexity of various problems in data analysis and algorithms.</a:t>
            </a: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Identifying NP-Complete problems helps determine the feasibility of finding efficient solutions for large instances.</a:t>
            </a:r>
            <a:endParaRPr lang="zh-CN" altLang="en-US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9" name="文本框"/>
          <p:cNvSpPr txBox="1">
            <a:spLocks/>
          </p:cNvSpPr>
          <p:nvPr/>
        </p:nvSpPr>
        <p:spPr>
          <a:xfrm>
            <a:off x="3939918" y="1946442"/>
            <a:ext cx="1257280" cy="3581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76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" descr="https://search-letsfade-com.herokuapp.com/proxy?url=https://image4.slideserve.com/8749539/the-class-np-complet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8" name="矩形"/>
          <p:cNvSpPr>
            <a:spLocks/>
          </p:cNvSpPr>
          <p:nvPr/>
        </p:nvSpPr>
        <p:spPr>
          <a:xfrm rot="21561554">
            <a:off x="2338224" y="402787"/>
            <a:ext cx="6349550" cy="6382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What is NP and NP-Complete?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NP (Nondeterministic Polynomial time) consists of problems for which solutions can be verified quickly.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NP-Complete problems are the hardest problems in NP, meaning if one NP-Complete problem is solved efficiently, all NP problems can be.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The concept of NP-Completeness was introduced by Stephen Cook in 1971, forming the basis of computational complexity theory.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93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" descr="https://search-letsfade-com.herokuapp.com/proxy?url=https://image2.slideserve.com/4655850/examples-of-np-complete-problems-vertex-cover1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8847" y="1143000"/>
            <a:ext cx="5465984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3" name="矩形"/>
          <p:cNvSpPr>
            <a:spLocks/>
          </p:cNvSpPr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Examples of NP-Complete Problems in Data Analysis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2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" descr="https://search-letsfade-com.herokuapp.com/proxy?url=https://image.slideserve.com/458057/np-complete-problems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8" name="矩形"/>
          <p:cNvSpPr>
            <a:spLocks/>
          </p:cNvSpPr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Key Algorithms and Reductions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Many NP-Complete problems are solved approximately or heuristically due to their complexity.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Polynomial-time reductions are used to prove NP-Completeness by transforming one problem into another.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For example, the reduction from 3-SAT to the Traveling Salesman Problem demonstrates the interconnectedness of NP-Complete problems.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918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>
            <a:spLocks/>
          </p:cNvSpPr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Recent Advances and Research Directions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>
            <a:off x="457200" y="1143000"/>
            <a:ext cx="7305978" cy="36913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Researchers are exploring quantum computing's potential to address NP-Complete problems efficiently.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Machine learning approaches are being investigated for generating approximate solutions to complex problems.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The development of better heuristics and approximation algorithms continues to be a vibrant area of research.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" descr="https://search-letsfade-com.herokuapp.com/proxy?url=https://www.slideteam.net/media/catalog/product/cache/1280x720/c/o/conclusion_and_future_outlook_marine_geospatial_data_ppt_template_st_ai_ss_slide0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8" name="矩形"/>
          <p:cNvSpPr>
            <a:spLocks/>
          </p:cNvSpPr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Conclusion and Future Outlook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Understanding NP-Complete classes is essential for assessing the complexity of problems in data analysis.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Advances in algorithms and computational techniques will help manage NP-Complete challenges more effectively.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Optima" pitchFamily="34" charset="0"/>
                <a:ea typeface="Optima" pitchFamily="34" charset="0"/>
                <a:cs typeface="Optima" pitchFamily="34" charset="0"/>
              </a:rPr>
              <a:t>Ongoing research aims to discover new methods to approximate or solve NP-Complete problems in practical applications.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4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255D2D-45E3-0454-FC0C-72FBE98EDCCB}"/>
              </a:ext>
            </a:extLst>
          </p:cNvPr>
          <p:cNvSpPr/>
          <p:nvPr/>
        </p:nvSpPr>
        <p:spPr>
          <a:xfrm>
            <a:off x="2600083" y="2110085"/>
            <a:ext cx="39438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1991513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</TotalTime>
  <Words>360</Words>
  <Application>Microsoft Office PowerPoint</Application>
  <PresentationFormat>On-screen Show (16:9)</PresentationFormat>
  <Paragraphs>49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Droid Sans</vt:lpstr>
      <vt:lpstr>Gill Sans MT</vt:lpstr>
      <vt:lpstr>Optima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NP-Complete Classes In Data Analysis And Algorithms</dc:title>
  <dc:subject>NP-Complete Classes In Data Analysis And Algorithms</dc:subject>
  <dc:creator>SlideMake.com</dc:creator>
  <cp:lastModifiedBy>Ranjith Reddy</cp:lastModifiedBy>
  <cp:revision>3</cp:revision>
  <dcterms:created xsi:type="dcterms:W3CDTF">2025-10-09T04:51:47Z</dcterms:created>
  <dcterms:modified xsi:type="dcterms:W3CDTF">2025-10-14T15:09:43Z</dcterms:modified>
</cp:coreProperties>
</file>